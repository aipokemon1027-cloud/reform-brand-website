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1B5E20">
              <a:alpha val="85000"/>
            </a:srgbClr>
          </a:solidFill>
          <a:ln w="6350">
            <a:solidFill>
              <a:srgbClr val="2E7D3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2026-05-16T09:24:22Z</dcterms:created>
  <dcterms:modified xsi:type="dcterms:W3CDTF">2026-05-16T09:24:22Z</dcterms:modified>
</cp:coreProperties>
</file>