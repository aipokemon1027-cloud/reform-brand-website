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B5E20"/>
                </a:solidFill>
              </a:rPr>
              <a:t>test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288D1"/>
                </a:solidFill>
              </a:rPr>
              <a:t>test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A896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2026-05-16T09:24:35Z</dcterms:created>
  <dcterms:modified xsi:type="dcterms:W3CDTF">2026-05-16T09:24:35Z</dcterms:modified>
</cp:coreProperties>
</file>