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0"/>
            <a:ext cx="1371600" cy="2743200"/>
          </a:xfrm>
          <a:prstGeom prst="rect">
            <a:avLst/>
          </a:prstGeom>
          <a:solidFill>
            <a:srgbClr val="F8FBF3"/>
          </a:solidFill>
          <a:ln w="635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457200" y="731520"/>
            <a:ext cx="54864" cy="2743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91440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2026-05-16T09:24:46Z</dcterms:created>
  <dcterms:modified xsi:type="dcterms:W3CDTF">2026-05-16T09:24:46Z</dcterms:modified>
</cp:coreProperties>
</file>