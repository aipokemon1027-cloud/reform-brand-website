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名古屋 Airbnb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投資攻略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D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日本不動產 × 民宿經營 × 實務攻略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 by jojo ⚡   2026.07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為什麼選擇名古屋？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</a:rPr>
              <a:t>第3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日本都市規模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僅次東京、大阪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7064"/>
                </a:solidFill>
              </a:rPr>
              <a:t>5,000萬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2044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年住宿人次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2024年數據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8A66"/>
                </a:solidFill>
              </a:rPr>
              <a:t>¥800萬~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一戶建入手價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BAD"/>
                </a:solidFill>
              </a:rPr>
              <a:t>比東京便宜50%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 民宿法規比東京大阪友善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 中部國際機場入境，外國旅客多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 Toyota 等企業總部在，商務客剛性需求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✓  一戶建選擇多，入手門檻低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住宅區 還是 商業區？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5D8A6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推薦首選 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住宅地域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520440" cy="0"/>
          </a:xfrm>
          <a:prstGeom prst="line">
            <a:avLst/>
          </a:prstGeom>
          <a:noFill/>
          <a:ln w="19050">
            <a:solidFill>
              <a:srgbClr val="EDD9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Airbnb 天數上限：180天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土地取得成本較低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52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中村區旅客量足夠支撐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998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報酬率 CP 值更高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472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淡旺季分配即可做滿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BAD"/>
                </a:solidFill>
              </a:rPr>
              <a:t>適合多數投資者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972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97064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進階選擇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商業地域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1965960"/>
            <a:ext cx="3520440" cy="0"/>
          </a:xfrm>
          <a:prstGeom prst="line">
            <a:avLst/>
          </a:prstGeom>
          <a:noFill/>
          <a:ln w="19050">
            <a:solidFill>
              <a:srgbClr val="EDD9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天數限制較少（視條例）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404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土地取得成本較高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752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人潮流動但競爭也大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0998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額外彈性未必 cover 溢價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4472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需要更精準的商業算計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BAD"/>
                </a:solidFill>
              </a:rPr>
              <a:t>適合有經驗的投資者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04672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4407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結論：多數人先從住宅地域入手，180 天做滿其實已經很不錯。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Q：可以做 180 天嗎？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373"/>
                </a:solidFill>
              </a:rPr>
              <a:t>✅  可以！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住宅地域合法申請民宿許可後，即可在「連續3個月滾動區間」內，經營最多180天。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180天怎麼算？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BAD"/>
                </a:solidFill>
              </a:rPr>
              <a:t>7月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31天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11680" y="278892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BAD"/>
                </a:solidFill>
              </a:rPr>
              <a:t>8月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3127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31天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278892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BAD"/>
                </a:solidFill>
              </a:rPr>
              <a:t>9月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30天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27889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394960" y="2788920"/>
            <a:ext cx="3291840" cy="777240"/>
          </a:xfrm>
          <a:prstGeom prst="rect">
            <a:avLst/>
          </a:prstGeom>
          <a:solidFill>
            <a:srgbClr val="D4A37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滾動三個月合計 = 最多180天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合規的必要條件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 向名古屋市政府申請民宿登錄許可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 消防檢查合格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 在 Airbnb 頁面顯示許可編號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663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✓  製作住房者名冊（隨時備查）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民宿新法（民泊新法）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373"/>
                </a:solidFill>
              </a:rPr>
              <a:t>2018年6月實施 — 日本住宅民宿事業法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必須取得許可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無許可經營者，處6個月以下有期徒刑或100萬日幣罰金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180天上限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1847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住宅地域：連續3個月滾動上限180天（商業地域視條例）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🚪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識別標示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玄関須設置民宿辨識標示牌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住房者名冊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0358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須製作住房者名冊，隨時備查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34440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消防標準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224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須設置滅火器、有效期限內、緊急照明設備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114800" cy="100584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💰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77840" y="3858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373"/>
                </a:solidFill>
              </a:rPr>
              <a:t>東京/大阪更嚴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4224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東京23區幾乎全面禁止；大阪京都也有嚴格限制；名古屋相對友善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名古屋投資區域推薦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1188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097280"/>
            <a:ext cx="731520" cy="731520"/>
          </a:xfrm>
          <a:prstGeom prst="ellipse">
            <a:avLst/>
          </a:prstGeom>
          <a:solidFill>
            <a:srgbClr val="5D8A6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中村區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9B5"/>
                </a:solidFill>
              </a:rPr>
              <a:t>名古屋駅周邊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5D8A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首選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入手價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¥1,000萬~2,500萬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月租行情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63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月租 ¥6萬~12萬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2468880" cy="0"/>
          </a:xfrm>
          <a:prstGeom prst="line">
            <a:avLst/>
          </a:prstGeom>
          <a:noFill/>
          <a:ln w="12700">
            <a:solidFill>
              <a:srgbClr val="EDD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交通最強，商務+觀光雙需求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960120"/>
            <a:ext cx="2743200" cy="1188720"/>
          </a:xfrm>
          <a:prstGeom prst="rect">
            <a:avLst/>
          </a:prstGeom>
          <a:solidFill>
            <a:srgbClr val="2D5F8A"/>
          </a:solidFill>
          <a:ln/>
        </p:spPr>
      </p:sp>
      <p:sp>
        <p:nvSpPr>
          <p:cNvPr id="19" name="Shape 17"/>
          <p:cNvSpPr/>
          <p:nvPr/>
        </p:nvSpPr>
        <p:spPr>
          <a:xfrm>
            <a:off x="4251960" y="1097280"/>
            <a:ext cx="731520" cy="7315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461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中區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9B5"/>
                </a:solidFill>
              </a:rPr>
              <a:t>榮商圈・市中心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10515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C97064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進階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入手價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542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¥1,200萬~3,000萬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月租行情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163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月租 ¥8萬~15萬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2468880" cy="0"/>
          </a:xfrm>
          <a:prstGeom prst="line">
            <a:avLst/>
          </a:prstGeom>
          <a:noFill/>
          <a:ln w="12700">
            <a:solidFill>
              <a:srgbClr val="EDD9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觀光核心，可能突破180天限制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960120"/>
            <a:ext cx="2743200" cy="1188720"/>
          </a:xfrm>
          <a:prstGeom prst="rect">
            <a:avLst/>
          </a:prstGeom>
          <a:solidFill>
            <a:srgbClr val="5D8A66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1097280"/>
            <a:ext cx="731520" cy="731520"/>
          </a:xfrm>
          <a:prstGeom prst="ellipse">
            <a:avLst/>
          </a:prstGeom>
          <a:solidFill>
            <a:srgbClr val="D4A373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264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熱田區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264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D9B5"/>
                </a:solidFill>
              </a:rPr>
              <a:t>熱田神宮周邊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105156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CP值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286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入手價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2542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¥800萬~1,800萬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月租行情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1638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月租 ¥5萬~9萬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3657600"/>
            <a:ext cx="2468880" cy="0"/>
          </a:xfrm>
          <a:prstGeom prst="line">
            <a:avLst/>
          </a:prstGeom>
          <a:noFill/>
          <a:ln w="12700">
            <a:solidFill>
              <a:srgbClr val="EDD9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CP值最高，觀光客穩定，門檻低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報酬試算 — 中村區一戶建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購入條件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購入價格：¥1,500萬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類型：一戶建 3DK（30坪）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地域：中村區，徒步10分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323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用途：第二種住居地域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8A66"/>
                </a:solidFill>
              </a:rPr>
              <a:t>年收入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389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住房天數：180天（上限）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平均日租：¥8,000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1579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· 年總收入：¥144萬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108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064"/>
                </a:solidFill>
              </a:rPr>
              <a:t>年支出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固定資產税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¥15萬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代管費（20%）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¥29萬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民宿保險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¥3萬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裝修預備金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¥10萬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其他（管理等）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¥5萬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所得稅等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¥10萬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373"/>
                </a:solidFill>
              </a:rPr>
              <a:t>淨年收入：¥72萬　　｜　　淨報酬率：4.8%　　｜　　合理預期：4～6%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投資流程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準備期（Month 1-3）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財務評估與資金準備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開立日本銀行帳戶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聘請代書（很重要！）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找代管公司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1430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找房期（Month 3-6）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設定條件：中村區優先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實地看屋（必要！）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3591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確認用途地域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7066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計算報酬率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1430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1207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簽約過戶（Month 6-8）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664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支付手附金（10%）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0116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代書辦理過戶登記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3591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申請民宿登錄許可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70662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向名古屋市政府申報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00400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34015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裝修準備（Month 8-9）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8587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消防檢查申報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206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設置滅火器/照明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安裝智慧門鎖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9011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Wi-Fi、設備、家具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3200400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33375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31920" y="34015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上架營運（Month 9-10）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38587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Airbnb 上架設定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29000" y="4206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填入民宿許可編號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29000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上傳照片與描述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29000" y="49011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· 開始接受預訂 ✅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風險與注意事項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空室風險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淡季（1-3月）住房率低，不要只算旺季數字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4300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7764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匯率風險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423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9706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755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日幣貶值時，租金換回台幣會變少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14300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⚖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207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法律風險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C97064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755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無許可經營或超天數，最高罰款100萬日幣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維修成本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老屋管線、漏水、設備故障，都是錢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315468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👥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77640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管理麻煩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83280" y="44348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5D8A66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低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不在日本需要代管公司，每月費用約20%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C97064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🏦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858000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流動性低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44348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中等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AD"/>
                </a:solidFill>
              </a:rPr>
              <a:t>不動產變現不易，急用錢時麻煩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投資關鍵數據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373"/>
                </a:solidFill>
              </a:rPr>
              <a:t>整理给你的重要数字，一目了然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¥800萬~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一戶建入手價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180天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住宅區 Airbnb 上限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4~6%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636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合理淨報酬率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6.1%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中村區試算報酬率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10896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7~10%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8328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一次性購屋成本（房價佔比）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743200" cy="1554480"/>
          </a:xfrm>
          <a:prstGeom prst="rect">
            <a:avLst/>
          </a:prstGeom>
          <a:solidFill>
            <a:srgbClr val="2D5F8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373"/>
                </a:solidFill>
              </a:rPr>
              <a:t>20%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代管公司費用（月租）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行動檢查清單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1887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帳戶準備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開立日本銀行帳戶（台灣銀行東京分行）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聘請土地上家屋所有人（代書）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准備護照公證文件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11887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05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找房條件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預算 ¥800萬～2,500萬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一戶建 3DK 以上、徒步 15 分以內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40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用途地域：第二種住居地域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11887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法規確認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申請民宿登錄許可（向名古屋市政府）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67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通過消防檢查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06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加入住宅民宿責任保險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118872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Airbnb 上架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上傳民宿許可編號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8679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拍攝清晰房源照片（廣角鏡頭）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306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□  設定智慧門鎖 + 多語言說明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37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下一步？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373"/>
                </a:solidFill>
              </a:rPr>
              <a:t>找 jojo 繼續聊 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🔍  查詢中村區目前在售的一戶建價格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📋  了解代書的費用與流程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💰  計算你個人的報酬率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🏠  規劃實地看屋的行程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AD"/>
                </a:solidFill>
              </a:rPr>
              <a:t>資料存放：~/openclaw/workspace/nagoya-airbnb-investment/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名古屋 Airbnb 投資攻略</dc:title>
  <dc:subject>PptxGenJS Presentation</dc:subject>
  <dc:creator>jojo ⚡</dc:creator>
  <cp:lastModifiedBy>jojo ⚡</cp:lastModifiedBy>
  <cp:revision>1</cp:revision>
  <dcterms:created xsi:type="dcterms:W3CDTF">2026-07-07T17:09:48Z</dcterms:created>
  <dcterms:modified xsi:type="dcterms:W3CDTF">2026-07-07T17:09:48Z</dcterms:modified>
</cp:coreProperties>
</file>